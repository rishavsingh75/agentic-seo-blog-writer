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0584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43891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-5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Agentic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spc="-5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Blog Writer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3035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 Trending Topics  •  7 AI Agents  •  LangGraph  •  Groq  •  Serper Live Search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92808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4C1D9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064E3B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 Trends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78350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Research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52744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83184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2744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 Words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06056" y="361188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36118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Optimised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LangGraph + Groq + Serper API + Gradio 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Credits: Claude  •  Copilot  •  Gemini  •  ChatGPT  •  Perplexity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autonomous, multi-agent AI pipeline that discovers real-time US trending topics, researches them with live data, and writes SEO-optimised 1500+ word blog posts — end-to-end, with zero manual input.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651760" cy="219456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9933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257860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" y="2999232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US news &amp; search trends via Serper API. No stale topics — always fresh, always ranked.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219456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9933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10128" y="257860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AI Research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2999232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fires 4 targeted web queries, extracts stats, expert quotes, and US-focused findings.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2651760" cy="219456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9933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90488" y="257860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SEO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08776" y="2999232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meta title, slug, blog outline, 1500+ word draft, editor polish, and social captions.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7-Agent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4747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5097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777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real-time US news &amp; trending queries via Serper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52728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99032"/>
            <a:ext cx="347472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399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Analyst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1572768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3990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8 topics on 5 dimensions, picks the SEO winner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874520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20824"/>
            <a:ext cx="347472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020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19456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20208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 with 4 live queries — stats, quotes, US angles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496312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42616"/>
            <a:ext cx="347472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2642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Strategy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2816352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26426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keywords, meta title, description, URL slug &amp; outline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118104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64408"/>
            <a:ext cx="347472" cy="347472"/>
          </a:xfrm>
          <a:prstGeom prst="rect">
            <a:avLst/>
          </a:prstGeom>
          <a:solidFill>
            <a:srgbClr val="83184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Writer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06040" y="3438144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2644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1500+ word, fully formatted US-focused blog post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739896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886200"/>
            <a:ext cx="347472" cy="347472"/>
          </a:xfrm>
          <a:prstGeom prst="rect">
            <a:avLst/>
          </a:prstGeom>
          <a:solidFill>
            <a:srgbClr val="78350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3886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06040" y="405993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38862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Polishes grammar, flow, keyword density; scores SEO &amp; readability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4361688"/>
            <a:ext cx="8503920" cy="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507992"/>
            <a:ext cx="347472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7240" y="4507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06040" y="4681728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52928" y="45079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Twitter, LinkedIn &amp; Instagram captions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859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133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969264"/>
            <a:ext cx="0" cy="310896"/>
          </a:xfrm>
          <a:prstGeom prst="line">
            <a:avLst/>
          </a:prstGeom>
          <a:noFill/>
          <a:ln w="12700">
            <a:solidFill>
              <a:srgbClr val="2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8046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llama-3.1-8b-instant / llama-3.3-70b-versatile / mixtral-8x7b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850392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9105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15568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920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755648"/>
            <a:ext cx="0" cy="310896"/>
          </a:xfrm>
          <a:prstGeom prst="line">
            <a:avLst/>
          </a:prstGeom>
          <a:noFill/>
          <a:ln w="12700">
            <a:solidFill>
              <a:srgbClr val="2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5910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with TypedDict state, 7-node directed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774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5568" y="2432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06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+ News Search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542032"/>
            <a:ext cx="0" cy="310896"/>
          </a:xfrm>
          <a:prstGeom prst="line">
            <a:avLst/>
          </a:prstGeom>
          <a:noFill/>
          <a:ln w="12700">
            <a:solidFill>
              <a:srgbClr val="2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377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&amp; news endpoints — gl=us, hl=en, real-time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163824"/>
            <a:ext cx="850392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163824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🦜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15568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Groq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3493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3328416"/>
            <a:ext cx="0" cy="310896"/>
          </a:xfrm>
          <a:prstGeom prst="line">
            <a:avLst/>
          </a:prstGeom>
          <a:noFill/>
          <a:ln w="12700">
            <a:solidFill>
              <a:srgbClr val="2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316382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→ ChatGroq → StrOutputParser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950208"/>
            <a:ext cx="850392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9502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15568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279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4114800"/>
            <a:ext cx="0" cy="310896"/>
          </a:xfrm>
          <a:prstGeom prst="line">
            <a:avLst/>
          </a:prstGeom>
          <a:noFill/>
          <a:ln w="12700">
            <a:solidFill>
              <a:srgbClr val="2E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395020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dark UI — Control Panel, SEO Report, Research, Social, Log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Niche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 Focus (opt)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LLM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Keys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55448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868680"/>
            <a:ext cx="3566160" cy="3474720"/>
          </a:xfrm>
          <a:prstGeom prst="rect">
            <a:avLst/>
          </a:prstGeom>
          <a:solidFill>
            <a:srgbClr val="1A2540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09344"/>
            <a:ext cx="0" cy="128016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1298448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2984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Trend Scout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048256"/>
            <a:ext cx="0" cy="128016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737360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173736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Topic Analyst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487168"/>
            <a:ext cx="0" cy="128016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9232" y="2176272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217627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2926080"/>
            <a:ext cx="0" cy="128016"/>
          </a:xfrm>
          <a:prstGeom prst="line">
            <a:avLst/>
          </a:prstGeom>
          <a:noFill/>
          <a:ln w="12700">
            <a:solidFill>
              <a:srgbClr val="F9A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99232" y="2615184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2615184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SEO Strategy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364992"/>
            <a:ext cx="0" cy="128016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3054096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3054096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Blog Writer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3803904"/>
            <a:ext cx="0" cy="128016"/>
          </a:xfrm>
          <a:prstGeom prst="line">
            <a:avLst/>
          </a:prstGeom>
          <a:noFill/>
          <a:ln w="12700">
            <a:solidFill>
              <a:srgbClr val="FCA5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493008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49300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Editor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99232" y="3931920"/>
            <a:ext cx="315468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99232" y="393192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Social Media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1554480"/>
            <a:ext cx="4114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777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95160" y="1097280"/>
            <a:ext cx="1828800" cy="324612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1170432"/>
            <a:ext cx="17007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1500+ word blog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 report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title +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slug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Blog outline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Twitter caption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caption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 caption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log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Gradio UI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8046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Serper search — 5 trending query variants per run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33502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3350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topic scoring: volume, competition, relevance, monetisation, timeliness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8653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key stats, expert quotes &amp; US business angle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+ long-tail keywords with competitor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9260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H2/H3 structured blog with FAQ section &amp; strong CTA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4564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456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score + Readability score (0–100) per post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98678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9867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(280 chars), LinkedIn (1200 chars), Instagram captions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451713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45171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Markdown (.md) download of final post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804672"/>
            <a:ext cx="3749040" cy="402336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868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— 6 Tabs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66360" y="1298448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316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Control Panel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15361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Niche, model, launch button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66360" y="1865376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1883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SEO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0368" y="2103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meta, scores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66360" y="2432304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Topic Research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30368" y="2670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topics + scoring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66360" y="2999232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017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32369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3-platform captions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6360" y="3566160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584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Blog Outline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803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H1/H2/H3 structure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66360" y="4133088"/>
            <a:ext cx="3474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Agent Log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30368" y="4370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live activity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Quick Start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804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API Keys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1247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→ console.groq.com (free tier available)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API → serper.dev (2,500 free searches/month)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0" cy="356616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55064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6550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975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groq langgraph langchain langchain-groq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langchain-community gradio requests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0" cy="356616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05456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5054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Notebook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82549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Agentic_SEO_Blog_Writer_v2.ipynb in Colab/Jupyter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all cells top-to-bottom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0" cy="356616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55848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33558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API Keys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getpass prompts — keys never stored in the notebook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49624"/>
            <a:ext cx="0" cy="356616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06240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auto-opens. Pick niche → click LAUNCH → wait ~60s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 generated for remote access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What You Get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905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941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Agencies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3990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trending, SEO-ready client posts in under 2 minutes per topic instead of hours.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905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0" y="941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Bloggers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82896" y="13990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rank on trending US topics without manual research or keyword planning.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28620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" y="33192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3-platform captions for every blog post, auto-formatted per channel.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2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8620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Learners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82896" y="33192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production-grade LangGraph multi-agent system with real APIs and state management.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61872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457200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64992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Post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57200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68112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4572000"/>
            <a:ext cx="192024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71232" y="4572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🤖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notebook, drop in your API keys, pick a niche,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let 7 AI agents do the rest.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468880" cy="530352"/>
          </a:xfrm>
          <a:prstGeom prst="rect">
            <a:avLst/>
          </a:prstGeom>
          <a:solidFill>
            <a:srgbClr val="78350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337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Get Groq API Key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console.groq.com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3337560"/>
            <a:ext cx="2468880" cy="530352"/>
          </a:xfrm>
          <a:prstGeom prst="rect">
            <a:avLst/>
          </a:prstGeom>
          <a:solidFill>
            <a:srgbClr val="064E3B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337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Get Serper API Key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337560"/>
            <a:ext cx="2468880" cy="530352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337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Open in Colab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0" y="3895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colab.google.com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LangGraph • Groq • Serper API • Gradio  |  AI Credits: Claude • Copilot • Gemini • ChatGPT • Perplexity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Agentic SEO Blog Writer</dc:title>
  <dc:subject>PptxGenJS Presentation</dc:subject>
  <dc:creator>PptxGenJS</dc:creator>
  <cp:lastModifiedBy>PptxGenJS</cp:lastModifiedBy>
  <cp:revision>1</cp:revision>
  <dcterms:created xsi:type="dcterms:W3CDTF">2026-03-18T06:55:47Z</dcterms:created>
  <dcterms:modified xsi:type="dcterms:W3CDTF">2026-03-18T06:55:47Z</dcterms:modified>
</cp:coreProperties>
</file>